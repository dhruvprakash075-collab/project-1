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/>
  <p:sldIdLst>
    <p:sldId id="256" r:id="rId1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685800" y="914400"/>
            <a:ext cx="7772400" cy="914400"/>
          </a:xfrm>
          <a:prstGeom prst="rect">
            <a:avLst/>
          </a:prstGeom>
        </p:spPr>
        <p:txBody>
          <a:bodyPr/>
          <a:lstStyle/>
          <a:p>
            <a:r>
              <a:rPr lang="en-US" sz="3200"/>
              <a:t>OpenFiles sample PPTX</a:t>
            </a:r>
          </a:p>
          <a:p>
            <a:r>
              <a:rPr lang="en-US" sz="2200"/>
              <a:t>Created for emulator testing.</a:t>
            </a:r>
          </a:p>
        </p:txBody>
      </p:sp>
    </p:spTree>
  </p:cSld>
  <p:clrMapOvr>
    <a:masterClrMapping/>
  </p:clrMapOvr>
</p:sld>
</file>